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5088" y="5257800"/>
            <a:ext cx="12191695" cy="1600200"/>
          </a:xfrm>
          <a:prstGeom prst="rect">
            <a:avLst/>
          </a:prstGeom>
          <a:solidFill>
            <a:srgbClr val="2A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INVESTIGACIÓN PANDAS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UIDE · PROGRAMACIÓN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Conceptos, usos y dos ejemplos de implementación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728" y="5596128"/>
            <a:ext cx="3285708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 </a:t>
            </a:r>
            <a:r>
              <a:rPr dirty="0" err="1"/>
              <a:t>Integrantes</a:t>
            </a:r>
            <a:r>
              <a:rPr dirty="0"/>
              <a:t>: </a:t>
            </a:r>
            <a:r>
              <a:rPr lang="es-ES" dirty="0"/>
              <a:t>Stalin Reyna Acosta</a:t>
            </a:r>
            <a:endParaRPr lang="es-EC" dirty="0"/>
          </a:p>
          <a:p>
            <a:r>
              <a:rPr lang="es-EC" dirty="0"/>
              <a:t>Lema Guaman Vicente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Introducción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24721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/>
              <a:t>¿Por </a:t>
            </a:r>
            <a:r>
              <a:rPr sz="1600" dirty="0" err="1"/>
              <a:t>qué</a:t>
            </a:r>
            <a:r>
              <a:rPr sz="1600" dirty="0"/>
              <a:t> </a:t>
            </a:r>
            <a:r>
              <a:rPr sz="1600" dirty="0" err="1"/>
              <a:t>aprender</a:t>
            </a:r>
            <a:r>
              <a:rPr sz="1600" dirty="0"/>
              <a:t> Pandas?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En programación es común trabajar con listas grandes de datos provenientes de estudiantes, ventas, inventarios o archivos.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Pandas permite convertir esa información en tablas ordenadas y realizar cálculos de una manera sencilla.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Por eso es una de las herramientas más utilizadas en Python para comenzar a trabajar con análisis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¿Qué es Pandas?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174631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 err="1"/>
              <a:t>Concepto</a:t>
            </a:r>
            <a:r>
              <a:rPr sz="1600" dirty="0"/>
              <a:t> principal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Pandas es una librería de Python especializada en la manipulación y análisis de datos.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Su estructura principal es el DataFrame, una tabla formada por filas y columnas.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También utiliza Series, que pueden representar una sola columna de información.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Su objetivo es facilitar el trabajo con datos estructurados mediante instrucciones claras y relativamente cortas.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¿Para qué sirve?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21434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 err="1"/>
              <a:t>Principales</a:t>
            </a:r>
            <a:r>
              <a:rPr sz="1600" dirty="0"/>
              <a:t> </a:t>
            </a:r>
            <a:r>
              <a:rPr sz="1600" dirty="0" err="1"/>
              <a:t>aplicaciones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Permite crear, modificar, ordenar y filtrar tablas de información.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Puede calcular sumas, promedios, valores máximos, mínimos y otros resultados estadísticos.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También puede leer archivos CSV y Excel, por lo que resulta útil para trabajar con datos reales.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Puede aplicarse en educación, ventas, inventarios, empresas y proyectos de análisis.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¿Cómo se utiliza?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21021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 err="1"/>
              <a:t>Implementación</a:t>
            </a:r>
            <a:r>
              <a:rPr sz="1600" dirty="0"/>
              <a:t> </a:t>
            </a:r>
            <a:r>
              <a:rPr sz="1600" dirty="0" err="1"/>
              <a:t>básica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En Google Colab normalmente Pandas ya está instalado y solo se necesita importarlo con: import pandas as pd.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Los datos pueden guardarse en un diccionario y convertirse en una tabla con pd.DataFrame(datos).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Después se seleccionan columnas o se realizan operaciones directamente sobre ellas.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El resultado puede mostrarse con print() o visualizarse directamente en una celda de Colab.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Ejemplo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22106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 err="1"/>
              <a:t>Análisis</a:t>
            </a:r>
            <a:r>
              <a:rPr sz="1600" dirty="0"/>
              <a:t> de </a:t>
            </a:r>
            <a:r>
              <a:rPr sz="1600" dirty="0" err="1"/>
              <a:t>calificaciones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Se crea una tabla con cinco estudiantes y sus respectivas notas.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Se agrega una columna Estado para indicar si cada estudiante está Aprobado o Reprobado.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La condición utilizada considera aprobado al estudiante que obtiene una nota mayor o igual a 7.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La función mean() calcula el promedio general de las calificaciones, que en el ejemplo es 7.62.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28B8056-F0D6-D5FA-2A05-6613FEF4E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6" t="23720" r="61652" b="10247"/>
          <a:stretch>
            <a:fillRect/>
          </a:stretch>
        </p:blipFill>
        <p:spPr>
          <a:xfrm>
            <a:off x="1601890" y="3398747"/>
            <a:ext cx="7055414" cy="35230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Ejemplo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16641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/>
              <a:t>¿</a:t>
            </a:r>
            <a:r>
              <a:rPr sz="1600" dirty="0" err="1"/>
              <a:t>Qué</a:t>
            </a:r>
            <a:r>
              <a:rPr sz="1600" dirty="0"/>
              <a:t> </a:t>
            </a:r>
            <a:r>
              <a:rPr sz="1600" dirty="0" err="1"/>
              <a:t>demuestra</a:t>
            </a:r>
            <a:r>
              <a:rPr sz="1600" dirty="0"/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El ejemplo muestra cómo Pandas puede organizar información académica en una sola tabla.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También demuestra el uso de una condición aplicada a una columna completa.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El mismo procedimiento podría utilizarse con un curso de mayor tamaño para generar reportes o estadísticas.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8515A29-DA44-EF8B-F156-48FD4E972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5" t="40662" r="70363" b="11048"/>
          <a:stretch>
            <a:fillRect/>
          </a:stretch>
        </p:blipFill>
        <p:spPr>
          <a:xfrm>
            <a:off x="2670933" y="2994664"/>
            <a:ext cx="4260809" cy="3310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Ejemplo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176362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 err="1"/>
              <a:t>Análisis</a:t>
            </a:r>
            <a:r>
              <a:rPr sz="1600" dirty="0"/>
              <a:t> de </a:t>
            </a:r>
            <a:r>
              <a:rPr sz="1600" dirty="0" err="1"/>
              <a:t>ventas</a:t>
            </a:r>
            <a:r>
              <a:rPr sz="1600" dirty="0"/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Se crea una tabla con Producto, Cantidad y Precio.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La columna Total se obtiene multiplicando Cantidad por Precio para cada producto.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Pandas realiza la operación automáticamente sobre todas las filas sin utilizar un ciclo for manual.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Finalmente sum() obtiene el total general de ventas: $1,765.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E2F48FC-825F-9C90-F241-9A8FF41C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88" t="30442" r="50941" b="12327"/>
          <a:stretch>
            <a:fillRect/>
          </a:stretch>
        </p:blipFill>
        <p:spPr>
          <a:xfrm>
            <a:off x="2231290" y="3337004"/>
            <a:ext cx="5821330" cy="35209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Ejemplo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17399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 err="1"/>
              <a:t>Aplicación</a:t>
            </a:r>
            <a:r>
              <a:rPr sz="1600" dirty="0"/>
              <a:t> </a:t>
            </a:r>
            <a:r>
              <a:rPr sz="1600" dirty="0" err="1"/>
              <a:t>práctica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El análisis permite saber cuánto dinero genera cada producto de manera individual.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También permite conocer rápidamente el ingreso total registrado en la tabla.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En un caso real se podría ampliar para comparar ventas por día, semana, mes o tipo de producto.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FF00461-8C2E-56E2-1C4D-97519186D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5" t="61081" r="65283" b="17851"/>
          <a:stretch>
            <a:fillRect/>
          </a:stretch>
        </p:blipFill>
        <p:spPr>
          <a:xfrm>
            <a:off x="1874520" y="3141256"/>
            <a:ext cx="4777003" cy="21079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Ciclos y validaciones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26928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 err="1"/>
              <a:t>Funcionamiento</a:t>
            </a:r>
            <a:r>
              <a:rPr sz="1600" dirty="0"/>
              <a:t> del </a:t>
            </a:r>
            <a:r>
              <a:rPr sz="1600" dirty="0" err="1"/>
              <a:t>algoritmo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Pandas trabaja con columnas completas, por lo que muchas tareas no requieren recorrer manualmente cada fila.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En calificaciones se utiliza una condición para decidir entre Aprobado y Reprobado.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En ventas se realizan operaciones matemáticas directamente entre columnas.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En programas más grandes pueden agregarse validaciones para impedir notas, cantidades o precios incorrectos.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Ventajas de 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195309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/>
              <a:t>¿Por </a:t>
            </a:r>
            <a:r>
              <a:rPr sz="1600" dirty="0" err="1"/>
              <a:t>qué</a:t>
            </a:r>
            <a:r>
              <a:rPr sz="1600" dirty="0"/>
              <a:t> </a:t>
            </a:r>
            <a:r>
              <a:rPr sz="1600" dirty="0" err="1"/>
              <a:t>resulta</a:t>
            </a:r>
            <a:r>
              <a:rPr sz="1600" dirty="0"/>
              <a:t> </a:t>
            </a:r>
            <a:r>
              <a:rPr sz="1600" dirty="0" err="1"/>
              <a:t>útil</a:t>
            </a:r>
            <a:r>
              <a:rPr sz="1600" dirty="0"/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Reduce la cantidad de código necesario para trabajar con tablas.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Permite realizar cálculos y filtros de forma clara y rápida.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Es compatible con otras herramientas de Python y con formatos comunes como CSV y Excel.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Puede utilizarse tanto para ejercicios sencillos como para proyectos de análisis de datos más completos.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B67"/>
                </a:solidFill>
              </a:defRPr>
            </a:pPr>
            <a: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188720" cy="6400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26613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rPr sz="1600" dirty="0" err="1"/>
              <a:t>Resultados</a:t>
            </a:r>
            <a:r>
              <a:rPr sz="1600" dirty="0"/>
              <a:t> de la </a:t>
            </a:r>
            <a:r>
              <a:rPr sz="1600" dirty="0" err="1"/>
              <a:t>investigación</a:t>
            </a:r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58368" y="1627632"/>
            <a:ext cx="10881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1498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Pandas facilita la organización y el análisis de información dentro de Python.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DataFrame permite representar datos de una manera similar a una hoja de cálculo.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Los ejemplos demostraron aplicaciones sencillas en calificaciones y ventas.</a:t>
            </a:r>
          </a:p>
          <a:p>
            <a:pPr>
              <a:spcAft>
                <a:spcPts val="1000"/>
              </a:spcAft>
              <a:defRPr sz="1750">
                <a:solidFill>
                  <a:srgbClr val="1F2937"/>
                </a:solidFill>
              </a:defRPr>
            </a:pPr>
            <a:r>
              <a:t>• Aprender sus funciones básicas permite desarrollar posteriormente análisis de mayor complejidad.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48073" y="2057400"/>
            <a:ext cx="20653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741</Words>
  <Application>Microsoft Office PowerPoint</Application>
  <PresentationFormat>Panorámica</PresentationFormat>
  <Paragraphs>69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reynastalyn@gmail.com</cp:lastModifiedBy>
  <cp:revision>2</cp:revision>
  <dcterms:created xsi:type="dcterms:W3CDTF">2013-01-27T09:14:16Z</dcterms:created>
  <dcterms:modified xsi:type="dcterms:W3CDTF">2026-08-13T05:43:48Z</dcterms:modified>
  <cp:category/>
</cp:coreProperties>
</file>