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yce lema" initials="Jl" lastIdx="1" clrIdx="0">
    <p:extLst>
      <p:ext uri="{19B8F6BF-5375-455C-9EA6-DF929625EA0E}">
        <p15:presenceInfo xmlns:p15="http://schemas.microsoft.com/office/powerpoint/2012/main" userId="8e6bdd33e92513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2749F58-826B-4622-9811-4FCE024E4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0560" y="1421546"/>
            <a:ext cx="107594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es-EC" dirty="0">
                <a:solidFill>
                  <a:schemeClr val="bg1"/>
                </a:solidFill>
              </a:rPr>
              <a:t> </a:t>
            </a:r>
            <a:r>
              <a:rPr lang="es-EC" sz="4400" dirty="0">
                <a:solidFill>
                  <a:schemeClr val="bg1"/>
                </a:solidFill>
              </a:rPr>
              <a:t>INVESTIGACIÓN Y APLICACIÓN DE</a:t>
            </a:r>
            <a:r>
              <a:rPr sz="4400" dirty="0">
                <a:solidFill>
                  <a:schemeClr val="bg1"/>
                </a:solidFill>
              </a:rPr>
              <a:t> </a:t>
            </a:r>
            <a:endParaRPr lang="es-EC" sz="4400" dirty="0">
              <a:solidFill>
                <a:schemeClr val="bg1"/>
              </a:solidFill>
            </a:endParaRPr>
          </a:p>
          <a:p>
            <a:pPr algn="ctr">
              <a:defRPr sz="3600" b="1"/>
            </a:pPr>
            <a:r>
              <a:rPr lang="es-EC" sz="4400" dirty="0">
                <a:solidFill>
                  <a:schemeClr val="bg1"/>
                </a:solidFill>
              </a:rPr>
              <a:t>PANDAS Y NUMPY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/>
            </a:pPr>
            <a:r>
              <a:rPr lang="es-EC" sz="2800" b="1" dirty="0">
                <a:solidFill>
                  <a:schemeClr val="bg1"/>
                </a:solidFill>
              </a:rPr>
              <a:t>INTEGRANTES:</a:t>
            </a:r>
          </a:p>
          <a:p>
            <a:pPr algn="ctr">
              <a:defRPr sz="2000" b="0"/>
            </a:pPr>
            <a:endParaRPr lang="es-EC" sz="2400" b="1" dirty="0">
              <a:solidFill>
                <a:schemeClr val="bg1"/>
              </a:solidFill>
            </a:endParaRPr>
          </a:p>
          <a:p>
            <a:pPr marL="342900" indent="-342900" algn="ctr">
              <a:buFont typeface="Wingdings" panose="05000000000000000000" pitchFamily="2" charset="2"/>
              <a:buChar char="v"/>
              <a:defRPr sz="2000" b="0"/>
            </a:pPr>
            <a:r>
              <a:rPr lang="es-EC" sz="2400" b="1" dirty="0">
                <a:solidFill>
                  <a:schemeClr val="bg1"/>
                </a:solidFill>
              </a:rPr>
              <a:t>VICENTE SEBASTIÁN LEMA </a:t>
            </a:r>
          </a:p>
          <a:p>
            <a:pPr marL="342900" indent="-342900" algn="ctr">
              <a:buFont typeface="Wingdings" panose="05000000000000000000" pitchFamily="2" charset="2"/>
              <a:buChar char="v"/>
              <a:defRPr sz="2000" b="0"/>
            </a:pPr>
            <a:r>
              <a:rPr lang="es-EC" sz="2400" b="1" dirty="0">
                <a:solidFill>
                  <a:schemeClr val="bg1"/>
                </a:solidFill>
              </a:rPr>
              <a:t>STALIN MAYER REYNA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6" name="AutoShape 2" descr="Fondos Automotriz Industria Para Power Point y Diapositivas Descarga Gratis  - Slidesdocs">
            <a:extLst>
              <a:ext uri="{FF2B5EF4-FFF2-40B4-BE49-F238E27FC236}">
                <a16:creationId xmlns:a16="http://schemas.microsoft.com/office/drawing/2014/main" id="{225051FA-B97F-4A7A-9AAF-60C14DBCD8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5900" y="1763256"/>
            <a:ext cx="2362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0DC7E1C-061A-4D4D-8462-B12114BA0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79" y="1183005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rPr dirty="0"/>
              <a:t> </a:t>
            </a:r>
            <a:r>
              <a:rPr sz="3600" dirty="0">
                <a:solidFill>
                  <a:schemeClr val="bg1"/>
                </a:solidFill>
              </a:rPr>
              <a:t>¿</a:t>
            </a:r>
            <a:r>
              <a:rPr lang="es-EC" sz="3600" dirty="0">
                <a:solidFill>
                  <a:schemeClr val="bg1"/>
                </a:solidFill>
              </a:rPr>
              <a:t>QUÉ ES NUMPY</a:t>
            </a:r>
            <a:r>
              <a:rPr sz="36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052" y="2490281"/>
            <a:ext cx="105594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lang="es-MX" sz="3200" dirty="0">
                <a:solidFill>
                  <a:schemeClr val="bg1"/>
                </a:solidFill>
              </a:rPr>
              <a:t>Es una biblioteca de Python utilizada para trabajar con datos numéricos, arreglos y matrices. Permite realizar cálculos matemáticos de forma rápida y eficiente, por lo que es muy utilizada en programación, ciencia e ingeniería</a:t>
            </a:r>
            <a:r>
              <a:rPr sz="32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7DC2C2D-9B1E-4FCD-9683-796FE7599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220575" cy="68905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673150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rPr dirty="0"/>
              <a:t> </a:t>
            </a:r>
            <a:r>
              <a:rPr lang="es-EC" sz="3600" dirty="0">
                <a:solidFill>
                  <a:schemeClr val="bg1"/>
                </a:solidFill>
              </a:rPr>
              <a:t>¿PARA QUÉ SIRVE NUMPY?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992630"/>
            <a:ext cx="10424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lang="es-MX" sz="3600" dirty="0">
                <a:solidFill>
                  <a:schemeClr val="bg1"/>
                </a:solidFill>
              </a:rPr>
              <a:t>Sirve para realizar cálculos numéricos y trabajar con grandes cantidades de datos de forma rápida en Python. Se utiliza principalmente para manejar arreglos (</a:t>
            </a:r>
            <a:r>
              <a:rPr lang="es-MX" sz="3600" dirty="0" err="1">
                <a:solidFill>
                  <a:schemeClr val="bg1"/>
                </a:solidFill>
              </a:rPr>
              <a:t>arrays</a:t>
            </a:r>
            <a:r>
              <a:rPr lang="es-MX" sz="3600" dirty="0">
                <a:solidFill>
                  <a:schemeClr val="bg1"/>
                </a:solidFill>
              </a:rPr>
              <a:t>), matrices y operaciones matemáticas.</a:t>
            </a:r>
            <a:r>
              <a:rPr lang="es-MX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3951F3B-8786-4C93-ACED-07E8624A5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3338" y="0"/>
            <a:ext cx="12258676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5320" y="824523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rPr dirty="0"/>
              <a:t> </a:t>
            </a:r>
            <a:r>
              <a:rPr lang="es-EC" sz="3600" dirty="0">
                <a:solidFill>
                  <a:schemeClr val="bg1"/>
                </a:solidFill>
              </a:rPr>
              <a:t>IMPLEMENTACIÓN DE NUMPY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5320" y="1733401"/>
            <a:ext cx="104241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lang="es-MX" sz="4000" dirty="0">
                <a:solidFill>
                  <a:schemeClr val="bg1"/>
                </a:solidFill>
              </a:rPr>
              <a:t>se utiliza en Python instalándolo e importándolo para realizar cálculos y trabajar con </a:t>
            </a:r>
            <a:r>
              <a:rPr lang="es-MX" sz="4000" dirty="0" err="1">
                <a:solidFill>
                  <a:schemeClr val="bg1"/>
                </a:solidFill>
              </a:rPr>
              <a:t>arrays</a:t>
            </a:r>
            <a:r>
              <a:rPr lang="es-MX" sz="4000" dirty="0">
                <a:solidFill>
                  <a:schemeClr val="bg1"/>
                </a:solidFill>
              </a:rPr>
              <a:t> y matrices.</a:t>
            </a:r>
            <a:endParaRPr sz="4000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B92F42C-5CD5-4AB0-BEAD-CB378D219E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7578"/>
          <a:stretch/>
        </p:blipFill>
        <p:spPr>
          <a:xfrm>
            <a:off x="6096000" y="3496593"/>
            <a:ext cx="3476624" cy="209493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5810F5E-50B4-479E-965F-5F2A7A13C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-41018"/>
            <a:ext cx="12192000" cy="689901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63880" y="703867"/>
            <a:ext cx="10881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rPr lang="es-EC" sz="3200" dirty="0">
                <a:solidFill>
                  <a:schemeClr val="bg1"/>
                </a:solidFill>
              </a:rPr>
              <a:t>EJEMPLOS APLICADOS CON NUMPY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44515"/>
            <a:ext cx="104241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  <a:defRPr sz="2100" b="0"/>
            </a:pPr>
            <a:r>
              <a:rPr lang="es-EC" sz="3200" dirty="0">
                <a:solidFill>
                  <a:schemeClr val="bg1"/>
                </a:solidFill>
              </a:rPr>
              <a:t>Ingeniería</a:t>
            </a:r>
            <a:r>
              <a:rPr sz="3200" dirty="0">
                <a:solidFill>
                  <a:schemeClr val="bg1"/>
                </a:solidFill>
              </a:rPr>
              <a:t>: </a:t>
            </a:r>
            <a:r>
              <a:rPr lang="es-EC" sz="3200" dirty="0">
                <a:solidFill>
                  <a:schemeClr val="bg1"/>
                </a:solidFill>
              </a:rPr>
              <a:t>c</a:t>
            </a:r>
            <a:r>
              <a:rPr sz="3200" dirty="0" err="1">
                <a:solidFill>
                  <a:schemeClr val="bg1"/>
                </a:solidFill>
              </a:rPr>
              <a:t>alcular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promedios</a:t>
            </a:r>
            <a:r>
              <a:rPr sz="3200" dirty="0">
                <a:solidFill>
                  <a:schemeClr val="bg1"/>
                </a:solidFill>
              </a:rPr>
              <a:t>, magnitudes y </a:t>
            </a:r>
            <a:r>
              <a:rPr sz="3200" dirty="0" err="1">
                <a:solidFill>
                  <a:schemeClr val="bg1"/>
                </a:solidFill>
              </a:rPr>
              <a:t>operaciones</a:t>
            </a:r>
            <a:r>
              <a:rPr sz="3200" dirty="0">
                <a:solidFill>
                  <a:schemeClr val="bg1"/>
                </a:solidFill>
              </a:rPr>
              <a:t> con matrices</a:t>
            </a:r>
            <a:r>
              <a:rPr lang="es-EC" sz="3200" dirty="0">
                <a:solidFill>
                  <a:schemeClr val="bg1"/>
                </a:solidFill>
              </a:rPr>
              <a:t>.</a:t>
            </a:r>
            <a:r>
              <a:rPr dirty="0"/>
              <a:t>.</a:t>
            </a:r>
            <a:endParaRPr lang="es-EC" sz="2100" dirty="0"/>
          </a:p>
          <a:p>
            <a:pPr marL="457200" indent="-457200" algn="l">
              <a:buFont typeface="Wingdings" panose="05000000000000000000" pitchFamily="2" charset="2"/>
              <a:buChar char="v"/>
              <a:defRPr sz="2100" b="0"/>
            </a:pPr>
            <a:r>
              <a:rPr lang="es-EC" sz="3200" dirty="0">
                <a:solidFill>
                  <a:schemeClr val="bg1"/>
                </a:solidFill>
              </a:rPr>
              <a:t>Automotriz: analizar datos de sensores como temperatura, velocidad o RPM.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F7391C-6472-472B-97AB-D8F9580B5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385" y="3956988"/>
            <a:ext cx="3110865" cy="21192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17730A3-AFD4-40EF-A28C-D2D90A100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392430"/>
            <a:ext cx="10881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/>
            </a:pPr>
            <a:r>
              <a:rPr lang="es-EC" dirty="0">
                <a:solidFill>
                  <a:schemeClr val="bg1"/>
                </a:solidFill>
              </a:rP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sz="3200" dirty="0">
                <a:solidFill>
                  <a:schemeClr val="bg1"/>
                </a:solidFill>
              </a:rPr>
              <a:t>• NumPy y Pandas son </a:t>
            </a:r>
            <a:r>
              <a:rPr sz="3200" dirty="0" err="1">
                <a:solidFill>
                  <a:schemeClr val="bg1"/>
                </a:solidFill>
              </a:rPr>
              <a:t>herramientas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fundamentales</a:t>
            </a:r>
            <a:r>
              <a:rPr sz="3200" dirty="0">
                <a:solidFill>
                  <a:schemeClr val="bg1"/>
                </a:solidFill>
              </a:rPr>
              <a:t> de</a:t>
            </a:r>
            <a:r>
              <a:rPr lang="es-EC" sz="3200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Python</a:t>
            </a:r>
            <a:r>
              <a:rPr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72154"/>
            <a:ext cx="10424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sz="3200" dirty="0">
                <a:solidFill>
                  <a:schemeClr val="bg1"/>
                </a:solidFill>
              </a:rPr>
              <a:t>• NumPy </a:t>
            </a:r>
            <a:r>
              <a:rPr sz="3200" dirty="0" err="1">
                <a:solidFill>
                  <a:schemeClr val="bg1"/>
                </a:solidFill>
              </a:rPr>
              <a:t>permite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realizar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cálculos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numéricos</a:t>
            </a:r>
            <a:r>
              <a:rPr sz="3200" dirty="0">
                <a:solidFill>
                  <a:schemeClr val="bg1"/>
                </a:solidFill>
              </a:rPr>
              <a:t> </a:t>
            </a:r>
            <a:r>
              <a:rPr sz="3200" dirty="0" err="1">
                <a:solidFill>
                  <a:schemeClr val="bg1"/>
                </a:solidFill>
              </a:rPr>
              <a:t>eficientes</a:t>
            </a:r>
            <a:r>
              <a:rPr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424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3200" dirty="0">
                <a:solidFill>
                  <a:schemeClr val="bg1"/>
                </a:solidFill>
              </a:rPr>
              <a:t>Pandas </a:t>
            </a:r>
            <a:r>
              <a:rPr sz="3200" dirty="0" err="1">
                <a:solidFill>
                  <a:schemeClr val="bg1"/>
                </a:solidFill>
              </a:rPr>
              <a:t>facilita</a:t>
            </a:r>
            <a:r>
              <a:rPr sz="3200" dirty="0">
                <a:solidFill>
                  <a:schemeClr val="bg1"/>
                </a:solidFill>
              </a:rPr>
              <a:t> la </a:t>
            </a:r>
            <a:r>
              <a:rPr sz="3200" dirty="0" err="1">
                <a:solidFill>
                  <a:schemeClr val="bg1"/>
                </a:solidFill>
              </a:rPr>
              <a:t>organización</a:t>
            </a:r>
            <a:r>
              <a:rPr sz="3200" dirty="0">
                <a:solidFill>
                  <a:schemeClr val="bg1"/>
                </a:solidFill>
              </a:rPr>
              <a:t> y </a:t>
            </a:r>
            <a:r>
              <a:rPr sz="3200" dirty="0" err="1">
                <a:solidFill>
                  <a:schemeClr val="bg1"/>
                </a:solidFill>
              </a:rPr>
              <a:t>análisis</a:t>
            </a:r>
            <a:r>
              <a:rPr sz="3200" dirty="0">
                <a:solidFill>
                  <a:schemeClr val="bg1"/>
                </a:solidFill>
              </a:rPr>
              <a:t> de </a:t>
            </a:r>
            <a:r>
              <a:rPr sz="3200" dirty="0" err="1">
                <a:solidFill>
                  <a:schemeClr val="bg1"/>
                </a:solidFill>
              </a:rPr>
              <a:t>datos</a:t>
            </a:r>
            <a:r>
              <a:rPr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/>
            </a:pPr>
            <a:r>
              <a:rPr sz="3200" dirty="0">
                <a:solidFill>
                  <a:schemeClr val="bg1"/>
                </a:solidFill>
              </a:rPr>
              <a:t>• En conjunto son </a:t>
            </a:r>
            <a:r>
              <a:rPr sz="3200" dirty="0" err="1">
                <a:solidFill>
                  <a:schemeClr val="bg1"/>
                </a:solidFill>
              </a:rPr>
              <a:t>útiles</a:t>
            </a:r>
            <a:r>
              <a:rPr sz="3200" dirty="0">
                <a:solidFill>
                  <a:schemeClr val="bg1"/>
                </a:solidFill>
              </a:rPr>
              <a:t> para </a:t>
            </a:r>
            <a:r>
              <a:rPr sz="3200" dirty="0" err="1">
                <a:solidFill>
                  <a:schemeClr val="bg1"/>
                </a:solidFill>
              </a:rPr>
              <a:t>programación</a:t>
            </a:r>
            <a:r>
              <a:rPr sz="3200" dirty="0">
                <a:solidFill>
                  <a:schemeClr val="bg1"/>
                </a:solidFill>
              </a:rPr>
              <a:t>, </a:t>
            </a:r>
            <a:r>
              <a:rPr sz="3200" dirty="0" err="1">
                <a:solidFill>
                  <a:schemeClr val="bg1"/>
                </a:solidFill>
              </a:rPr>
              <a:t>ingeniería</a:t>
            </a:r>
            <a:r>
              <a:rPr sz="3200" dirty="0">
                <a:solidFill>
                  <a:schemeClr val="bg1"/>
                </a:solidFill>
              </a:rPr>
              <a:t> y </a:t>
            </a:r>
            <a:r>
              <a:rPr sz="3200" dirty="0" err="1">
                <a:solidFill>
                  <a:schemeClr val="bg1"/>
                </a:solidFill>
              </a:rPr>
              <a:t>análisis</a:t>
            </a:r>
            <a:r>
              <a:rPr sz="3200" dirty="0">
                <a:solidFill>
                  <a:schemeClr val="bg1"/>
                </a:solidFill>
              </a:rPr>
              <a:t> de </a:t>
            </a:r>
            <a:r>
              <a:rPr sz="3200" dirty="0" err="1">
                <a:solidFill>
                  <a:schemeClr val="bg1"/>
                </a:solidFill>
              </a:rPr>
              <a:t>información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EF1D1254-3BCE-4D3E-B3B4-BD6777977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12"/>
          </a:xfrm>
          <a:prstGeom prst="rect">
            <a:avLst/>
          </a:prstGeom>
        </p:spPr>
      </p:pic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7F371B04-DBEB-4315-AE43-AC947F1DD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88084" y="304800"/>
            <a:ext cx="6015832" cy="6015832"/>
          </a:xfr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FFD208C8-BEE7-4074-B4EB-D166CA29E99C}"/>
              </a:ext>
            </a:extLst>
          </p:cNvPr>
          <p:cNvSpPr txBox="1"/>
          <p:nvPr/>
        </p:nvSpPr>
        <p:spPr>
          <a:xfrm>
            <a:off x="4400550" y="4411029"/>
            <a:ext cx="5133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800" dirty="0">
                <a:solidFill>
                  <a:schemeClr val="bg1"/>
                </a:solidFill>
              </a:rPr>
              <a:t>GRACIAS X SU </a:t>
            </a:r>
            <a:r>
              <a:rPr lang="es-EC" sz="2400" dirty="0">
                <a:solidFill>
                  <a:schemeClr val="bg1"/>
                </a:solidFill>
              </a:rPr>
              <a:t>ATENCIÓN</a:t>
            </a:r>
            <a:endParaRPr lang="es-EC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7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198</Words>
  <Application>Microsoft Office PowerPoint</Application>
  <PresentationFormat>Panorámica</PresentationFormat>
  <Paragraphs>21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ERICKA LEMA</dc:creator>
  <cp:keywords/>
  <dc:description>generated using python-pptx</dc:description>
  <cp:lastModifiedBy>Joyce lema</cp:lastModifiedBy>
  <cp:revision>20</cp:revision>
  <dcterms:created xsi:type="dcterms:W3CDTF">2013-01-27T09:14:16Z</dcterms:created>
  <dcterms:modified xsi:type="dcterms:W3CDTF">2026-08-13T15:50:49Z</dcterms:modified>
  <cp:category/>
</cp:coreProperties>
</file>